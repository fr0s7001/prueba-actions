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Notas para explicar en la exposición:</a:t>
            </a:r>
          </a:p>
          <a:p>
            <a:r>
              <a:t>- Supabase / PostgreSQL: es la base de datos del proyecto. PostgreSQL es el motor de base de datos relacional (donde se guardan clientes, pedidos, catálogo, puntos); Supabase es el servicio que lo aloja y además entrega autenticación de usuarios y APIs listas para usar, sin tener que levantar un servidor propio.</a:t>
            </a:r>
          </a:p>
          <a:p>
            <a:r>
              <a:t>- Web responsiva (PWA): es la landing page construida con Flutter, que se adapta automáticamente a celular, tablet o computador (responsive) y puede instalarse como una app desde el navegador (PWA), sin necesitar todavía una app nativa en las tiendas de aplicaciones.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Notas para explicar en la exposición:</a:t>
            </a:r>
          </a:p>
          <a:p>
            <a:r>
              <a:t>- Analítica GA4: Google Analytics 4, la herramienta que Befine ya usa hoy en su tienda Shopify para medir visitas y ventas; nos sirve como referencia de comportamiento real de los clientes al diseñar la nueva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914400"/>
            <a:ext cx="3108960" cy="310896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CAPSTONE PTY4614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Befine Store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comercio electrónico para Agua Purificada Befine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Rodríguez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4434840"/>
            <a:ext cx="502920" cy="50292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Fuentes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4434840"/>
            <a:ext cx="502920" cy="50292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Moraga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N3 · Ingeniería en Informática · Duoc UC, sede Plaza Norte · 2026-2 · Modalidad vespertina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presentar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9384"/>
            <a:ext cx="594360" cy="59436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938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el proyecto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Relevancia, perfil de egreso y objetivos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720072" y="182880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10916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980944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9809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metodología y factibilidad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20072" y="288036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16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32504"/>
            <a:ext cx="594360" cy="59436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0325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ejecutamos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trabajo, evidencias y cronograma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720072" y="393192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916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5084064"/>
            <a:ext cx="594360" cy="59436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084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próximos pasos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4983480"/>
            <a:ext cx="1463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Agua Purificada Befine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Rodríguez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178308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931920" y="1874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mensuales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78308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0" y="1874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años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Microempresa chilena de distribución de agua purificada a domicilio (Quilicura, Santiago). Hoy opera sobre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SaaS de pago que impone costos recurrentes y limita la personalización — mientras la información de clientes y pedidos vive dispersa entre WhatsApp y la propia tienda.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470916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relevante: este proyecto nos permite aplicar y demostrar, en un negocio real, las competencias de Ingeniería en Informática que hoy pide el mercado laboral.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proyecto que moviliza todas las competencias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Rodríguez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25726" cy="379476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91463" y="20574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91463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260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certificación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pruebas: unitarias, integración, rendimiento y seguridad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03955" y="1783080"/>
            <a:ext cx="1925726" cy="379476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6779" y="20574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46779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1115" y="29260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proyectos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741115" y="374904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Acta, planes PMBOK y control con Kanban en GitHub Projects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59270" y="1783080"/>
            <a:ext cx="1925726" cy="379476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02093" y="20574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02093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96430" y="29260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datos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796430" y="374904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en PostgreSQL (Supabase): catálogo, clientes, puntos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14585" y="1783080"/>
            <a:ext cx="1925726" cy="3794760"/>
          </a:xfrm>
          <a:prstGeom prst="roundRect">
            <a:avLst>
              <a:gd name="adj" fmla="val 37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357408" y="20574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357408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51745" y="2926080"/>
            <a:ext cx="165140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software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851745" y="374904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y panel de administración en Flutter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queremos lograr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Rodríguez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9456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los costos operativos, mejorar la experiencia de compra y habilitar la delegación de la operación de Befine, mediante una plataforma de comercio electrónico propia para web —extensible a móvil una vez esta esté desplegada y funcionando— que reemplace a Shopify.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65760" cy="365760"/>
          </a:xfrm>
          <a:prstGeom prst="ellipse">
            <a:avLst/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6616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y documentar los requisitos a partir de la operación actual en Shopify.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3611880"/>
            <a:ext cx="365760" cy="365760"/>
          </a:xfrm>
          <a:prstGeom prst="ellipse">
            <a:avLst/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77356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80276" y="356616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y el modelo de datos relacional del sistema.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34340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landing page mobile-first y el panel de administración.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4389120"/>
            <a:ext cx="365760" cy="365760"/>
          </a:xfrm>
          <a:prstGeom prst="ellipse">
            <a:avLst/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277356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780276" y="434340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fidelización por puntos y los descuentos por metas.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365760" cy="365760"/>
          </a:xfrm>
          <a:prstGeom prst="ellipse">
            <a:avLst/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12064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Mercado Pago y la facturación electrónica (OpenFactura).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7356" y="5166360"/>
            <a:ext cx="365760" cy="365760"/>
          </a:xfrm>
          <a:prstGeom prst="ellipse">
            <a:avLst/>
          </a:prstGeom>
          <a:solidFill>
            <a:srgbClr val="F4F8FA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277356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0276" y="5120640"/>
            <a:ext cx="48600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solución con pruebas funcionales/integración y desplegarla.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2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PROFESIONAL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05840" cy="10058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Iván Rodríguez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 Befine · Integrante Grupo N3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0" cy="292608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743200"/>
            <a:ext cx="10543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está en la gestión de proyectos TI apoyada en una base técnica sólida. Este proyecto me permite dirigir de principio a fin la digitalización de mi propio negocio, aplicando PMBOK y Scrum sobre un caso real — no simulado — con clientes y resultados concretos.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estamos construyendo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Fuentes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6295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1343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al cliente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4814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catálogo con variantes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“quiénes somos”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en línea, mobile-first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responsiva (PWA); móvil como extensión futura, mismo código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1783080"/>
            <a:ext cx="5362956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51676" y="19659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administración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51676" y="2313432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al negocio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51676" y="2743200"/>
            <a:ext cx="48143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 y estados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descuentos y envíos por zona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 por puntos y metas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de venta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2567178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507492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90138" y="5074920"/>
            <a:ext cx="2567178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390138" y="507492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1636" y="5074920"/>
            <a:ext cx="2567178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231636" y="507492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3134" y="5074920"/>
            <a:ext cx="2567178" cy="548640"/>
          </a:xfrm>
          <a:prstGeom prst="roundRect">
            <a:avLst>
              <a:gd name="adj" fmla="val 5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073134" y="5074920"/>
            <a:ext cx="2567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OpenFactura (Haulmer)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PMBOK + Scrum, en cinco fases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Fuentes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84094" y="2194560"/>
            <a:ext cx="228600" cy="0"/>
          </a:xfrm>
          <a:prstGeom prst="line">
            <a:avLst/>
          </a:prstGeom>
          <a:noFill/>
          <a:ln w="25400">
            <a:solidFill>
              <a:srgbClr val="C7D8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6327" y="1874520"/>
            <a:ext cx="640080" cy="64008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46327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4495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1-2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52044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 e identificación de interesados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8149" y="2194560"/>
            <a:ext cx="228600" cy="0"/>
          </a:xfrm>
          <a:prstGeom prst="line">
            <a:avLst/>
          </a:prstGeom>
          <a:noFill/>
          <a:ln w="25400">
            <a:solidFill>
              <a:srgbClr val="C7D8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0382" y="1874520"/>
            <a:ext cx="640080" cy="64008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10382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812694" y="269748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812694" y="304495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3-6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12694" y="34290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2422" y="352044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gestión del proyecto (alcance, costos, riesgos...)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12203" y="2194560"/>
            <a:ext cx="228600" cy="0"/>
          </a:xfrm>
          <a:prstGeom prst="line">
            <a:avLst/>
          </a:prstGeom>
          <a:noFill/>
          <a:ln w="25400">
            <a:solidFill>
              <a:srgbClr val="C7D8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74436" y="187452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77443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076749" y="269748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76749" y="304495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7-15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6749" y="34290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86477" y="352044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ágiles de 2 semanas, backlog y Kanban en GitHub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76258" y="2194560"/>
            <a:ext cx="228600" cy="0"/>
          </a:xfrm>
          <a:prstGeom prst="line">
            <a:avLst/>
          </a:prstGeom>
          <a:noFill/>
          <a:ln w="25400">
            <a:solidFill>
              <a:srgbClr val="C7D8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8490" y="1874520"/>
            <a:ext cx="640080" cy="64008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3849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340803" y="269748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y control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40803" y="304495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3-15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40803" y="34290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50531" y="352044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planes y pruebas funcionales/integración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302545" y="1874520"/>
            <a:ext cx="640080" cy="64008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30254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604858" y="2697480"/>
            <a:ext cx="2035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604858" y="3044952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15-18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04858" y="3429000"/>
            <a:ext cx="2035454" cy="1920240"/>
          </a:xfrm>
          <a:prstGeom prst="roundRect">
            <a:avLst>
              <a:gd name="adj" fmla="val 3810"/>
            </a:avLst>
          </a:prstGeom>
          <a:solidFill>
            <a:srgbClr val="F4F8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14586" y="352044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final y presentación a comisión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full-stack rotativo: los tres participan en frontend y backend, rotando el liderazgo de cada sprint. Contribución individual verificable en el repositorio GitHub del equipo.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 realizable en el semestre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Fuentes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62956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8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favor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8143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 a un MVP (18 semanas, 20 créditos)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ya construidos: tienda Shopify de referencia y analítica GA4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prioriza la versión web con Flutter; el mismo código permite extender a móvil después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evita construir infraestructura de datos y auth desde cero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documentadas de OpenFactura y Mercado Pago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783080"/>
            <a:ext cx="5362956" cy="3794760"/>
          </a:xfrm>
          <a:prstGeom prst="roundRect">
            <a:avLst>
              <a:gd name="adj" fmla="val 1928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51676" y="1965960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mitigación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1676" y="2377440"/>
            <a:ext cx="48143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Flutter/Dart es nuevo para el equipo → capacitación inicial y prototipos tempranos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electrónica requiere ambiente de certificación → sprint dedicado y temprano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acotada (modalidad vespertina) → sprints cortos, Kanban y control semanal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PROFESIONAL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05840" cy="1005840"/>
          </a:xfrm>
          <a:prstGeom prst="ellipse">
            <a:avLst/>
          </a:prstGeom>
          <a:solidFill>
            <a:srgbClr val="5FB4C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Carlos Fuentes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programación y gestión · Integrante Grupo N3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0" cy="2926080"/>
          </a:xfrm>
          <a:prstGeom prst="line">
            <a:avLst/>
          </a:prstGeom>
          <a:noFill/>
          <a:ln w="38100">
            <a:solidFill>
              <a:srgbClr val="5FB4C7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" y="2743200"/>
            <a:ext cx="10543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profesional está en la intersección entre el análisis de datos y la gestión de proyectos: modelar la información del negocio y traducirla en informes que apoyen la toma de decisiones, mientras lidero el proceso de principio a fin. Programar la solución me da además la base técnica para entender a fondo lo que gestiono. Trabajar sobre un caso real, y no simulado, es justo la proyección que busco como líder técnico o project manager.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Actividades, recursos y responsables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Moraga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828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82880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 / Obstáculo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091672" cy="0"/>
          </a:xfrm>
          <a:prstGeom prst="line">
            <a:avLst/>
          </a:prstGeom>
          <a:noFill/>
          <a:ln w="12700">
            <a:solidFill>
              <a:srgbClr val="C7D8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76856"/>
            <a:ext cx="11091672" cy="722376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276856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y modelo de datos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27685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27685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5-6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276856"/>
            <a:ext cx="4599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Obstáculo: modelar variantes de producto y puntos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54096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(mobile-first)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05409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05409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5-6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054096"/>
            <a:ext cx="4599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UX de la tienda Shopify como 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1091672" cy="722376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31336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sprints de desarrollo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83133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83133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7-14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831336"/>
            <a:ext cx="4599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ágiles de 2 semanas, tablero Kanban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608576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manual de usuario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60857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460857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13-14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608576"/>
            <a:ext cx="4599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tutoriales si el tiempo lo permite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85816"/>
            <a:ext cx="11091672" cy="722376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5385816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puesta en marcha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538581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Rotativo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5385816"/>
            <a:ext cx="8686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14-15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5385816"/>
            <a:ext cx="45994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entorno contenedorizado (Docker)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mostrar en cada corte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Moraga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62956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8C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1168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48143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 y Plan de Dirección del Proyecto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(README, commits, Kanban)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 y modelo de datos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/ MVP funcional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783080"/>
            <a:ext cx="5362956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C3A4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1676" y="201168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167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91756" y="2011680"/>
            <a:ext cx="41742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2743200"/>
            <a:ext cx="48143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Befine Store desplegada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evidencias de QA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 y de usuario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y presentación a comisión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semanas, 3 fases del Capstone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502920"/>
            <a:ext cx="2286000" cy="457200"/>
          </a:xfrm>
          <a:prstGeom prst="roundRect">
            <a:avLst>
              <a:gd name="adj" fmla="val 20000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54312" y="502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Moraga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725912" cy="320040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108960"/>
            <a:ext cx="2145182" cy="320040"/>
          </a:xfrm>
          <a:prstGeom prst="rect">
            <a:avLst/>
          </a:prstGeom>
          <a:solidFill>
            <a:srgbClr val="1C8C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520440"/>
            <a:ext cx="2145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20%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6702" y="3108960"/>
            <a:ext cx="5362956" cy="320040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76702" y="3520440"/>
            <a:ext cx="53629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50%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39658" y="3108960"/>
            <a:ext cx="3217774" cy="32004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39658" y="3520440"/>
            <a:ext cx="32177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30%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21815" y="299008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423160"/>
            <a:ext cx="2145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11480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66998" y="299008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76702" y="2423160"/>
            <a:ext cx="2145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949854" y="411480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kick-off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12180" y="299008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1885" y="2423160"/>
            <a:ext cx="2145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S7-14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95037" y="411480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desarrollo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7362" y="299008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67067" y="2423160"/>
            <a:ext cx="2145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S14-15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40219" y="411480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puesta en marcha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02545" y="299008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3D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12250" y="2423160"/>
            <a:ext cx="21451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S17-18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85402" y="4114800"/>
            <a:ext cx="1998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presentación a comisión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aquí: Fase 1 completada (Acta y APT cerrados) — iniciando Planificación.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2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PROFESIONAL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005840" cy="10058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Felipe Moraga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interfaz / frontend · Integrante Grupo N3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0" cy="292608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743200"/>
            <a:ext cx="105430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interés está en el desarrollo de soluciones y la experiencia de usuario. Diseñar una interfaz mobile-first para clientes reales, y ver ese trabajo usado en un negocio en funcionamiento, es exactamente el tipo de proyecto que quiero para mi portafolio de egreso.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PRÓXIMOS PASOS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Cerramos la definición del proyecto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 aprobada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Proyecto APT (Fase 1) cerrada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0B3D5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6868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B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Siguiente: Planificación (semana 3-6)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43484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los planes de gestión del Plan de Dirección del Proyecto (PMBOK).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Befine Store · Grupo N3 · PTY4614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2026-08-26T07:11:02Z</dcterms:created>
  <dcterms:modified xsi:type="dcterms:W3CDTF">2026-08-26T07:11:02Z</dcterms:modified>
</cp:coreProperties>
</file>